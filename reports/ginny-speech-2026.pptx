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4873A"/>
                </a:solidFill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97280" cy="38100"/>
          </a:xfrm>
          <a:prstGeom prst="rect">
            <a:avLst/>
          </a:prstGeom>
          <a:solidFill>
            <a:srgbClr val="C4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一個數字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CCCCC"/>
                </a:solidFill>
              </a:rPr>
              <a:t>台灣現在有超過 38 萬人
從事身心靈相關工作
但其中 85% 的年收入低於 60 萬
他們不缺能力
缺的是讓能力變現的系統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286000"/>
            <a:ext cx="3200400" cy="1828800"/>
          </a:xfrm>
          <a:prstGeom prst="rect">
            <a:avLst/>
          </a:prstGeom>
          <a:solidFill>
            <a:srgbClr val="2A1A05"/>
          </a:solidFill>
          <a:ln w="25400">
            <a:solidFill>
              <a:srgbClr val="C4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560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8C57A"/>
                </a:solidFill>
              </a:rPr>
              <a:t>85%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4873A"/>
                </a:solidFill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97280" cy="38100"/>
          </a:xfrm>
          <a:prstGeom prst="rect">
            <a:avLst/>
          </a:prstGeom>
          <a:solidFill>
            <a:srgbClr val="C4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你身邊，有沒有這樣的人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CCCCC"/>
                </a:solidFill>
              </a:rPr>
              <a:t>每個月帶課 20 幾場
卻沒辦法確定下個月的收入
很多人喜歡她、轉介紹也有
但就是沒辦法擴大
她很努力，卻找不到
一個讓自己走上去的梯子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4873A"/>
                </a:solidFill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97280" cy="38100"/>
          </a:xfrm>
          <a:prstGeom prst="rect">
            <a:avLst/>
          </a:prstGeom>
          <a:solidFill>
            <a:srgbClr val="C4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欣喜文創在做什麼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CCCCC"/>
                </a:solidFill>
              </a:rPr>
              <a:t>建立台灣第一個
身心靈創業家聯盟
不是賣課
是給她們一個可以互相扶持、
系統化成長的平台
讓有能力的老師，不用再單打獨鬥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4873A"/>
                </a:solidFill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97280" cy="38100"/>
          </a:xfrm>
          <a:prstGeom prst="rect">
            <a:avLst/>
          </a:prstGeom>
          <a:solidFill>
            <a:srgbClr val="C4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我需要你們幫我牽線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CCCCC"/>
                </a:solidFill>
              </a:rPr>
              <a:t>如果你認識以下任何一種人：
◆  有固定學員的身心靈學院創辦人
◆  在經營身心靈空間或場域的老闆
◆  舉辦過身心靈市集的活動主辦者
◆  手邊有身心靈老師名單的平台或社群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4873A"/>
                </a:solidFill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97280" cy="38100"/>
          </a:xfrm>
          <a:prstGeom prst="rect">
            <a:avLst/>
          </a:prstGeom>
          <a:solidFill>
            <a:srgbClr val="C4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為什麼現在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CCCCC"/>
                </a:solidFill>
              </a:rPr>
              <a:t>AI 時代讓很多職業岌岌可危
但身心靈是那個逆勢成長的例外
全球產業產值突破 7 兆美元
而且還在往上走
現在進場，是最好的時機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286000"/>
            <a:ext cx="3200400" cy="1828800"/>
          </a:xfrm>
          <a:prstGeom prst="rect">
            <a:avLst/>
          </a:prstGeom>
          <a:solidFill>
            <a:srgbClr val="2A1A05"/>
          </a:solidFill>
          <a:ln w="25400">
            <a:solidFill>
              <a:srgbClr val="C48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560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8C57A"/>
                </a:solidFill>
              </a:rPr>
              <a:t>7 兆美元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4873A"/>
                </a:solidFill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97280" cy="38100"/>
          </a:xfrm>
          <a:prstGeom prst="rect">
            <a:avLst/>
          </a:prstGeom>
          <a:solidFill>
            <a:srgbClr val="C4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如果你腦海中剛剛閃過一個人的臉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CCCCC"/>
                </a:solidFill>
              </a:rPr>
              <a:t>那就是我需要認識的人
今天結束後，讓我加你的 LINE
由我主動跟進
欣喜文創  |  Ginny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